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notesMasterIdLst>
    <p:notesMasterId r:id="rId21"/>
  </p:notesMasterIdLst>
  <p:sldIdLst>
    <p:sldId id="258" r:id="rId2"/>
    <p:sldId id="273" r:id="rId3"/>
    <p:sldId id="260" r:id="rId4"/>
    <p:sldId id="261" r:id="rId5"/>
    <p:sldId id="259" r:id="rId6"/>
    <p:sldId id="270" r:id="rId7"/>
    <p:sldId id="271" r:id="rId8"/>
    <p:sldId id="263" r:id="rId9"/>
    <p:sldId id="262" r:id="rId10"/>
    <p:sldId id="272" r:id="rId11"/>
    <p:sldId id="264" r:id="rId12"/>
    <p:sldId id="265" r:id="rId13"/>
    <p:sldId id="266" r:id="rId14"/>
    <p:sldId id="268" r:id="rId15"/>
    <p:sldId id="269" r:id="rId16"/>
    <p:sldId id="274" r:id="rId17"/>
    <p:sldId id="275" r:id="rId18"/>
    <p:sldId id="277" r:id="rId19"/>
    <p:sldId id="27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A"/>
    <a:srgbClr val="003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94660"/>
  </p:normalViewPr>
  <p:slideViewPr>
    <p:cSldViewPr snapToGrid="0">
      <p:cViewPr>
        <p:scale>
          <a:sx n="66" d="100"/>
          <a:sy n="66" d="100"/>
        </p:scale>
        <p:origin x="3108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F64475-5793-4132-878E-FB0A5C8F95FC}" type="doc">
      <dgm:prSet loTypeId="urn:microsoft.com/office/officeart/2005/8/layout/arrow2" loCatId="process" qsTypeId="urn:microsoft.com/office/officeart/2005/8/quickstyle/3d5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689052F8-5328-4C27-94C6-FFFF73D0251F}">
      <dgm:prSet/>
      <dgm:spPr/>
      <dgm:t>
        <a:bodyPr/>
        <a:lstStyle/>
        <a:p>
          <a:r>
            <a:rPr lang="tr-TR"/>
            <a:t>Projenin Tanımı</a:t>
          </a:r>
          <a:endParaRPr lang="en-US"/>
        </a:p>
      </dgm:t>
    </dgm:pt>
    <dgm:pt modelId="{C462CD71-275E-4AFC-96A8-76F3258095D8}" type="parTrans" cxnId="{FEF600C2-C50F-45AA-969D-1A0380570BF6}">
      <dgm:prSet/>
      <dgm:spPr/>
      <dgm:t>
        <a:bodyPr/>
        <a:lstStyle/>
        <a:p>
          <a:endParaRPr lang="en-US"/>
        </a:p>
      </dgm:t>
    </dgm:pt>
    <dgm:pt modelId="{42D2886C-645A-4B5C-B99A-8A0605541EF7}" type="sibTrans" cxnId="{FEF600C2-C50F-45AA-969D-1A0380570BF6}">
      <dgm:prSet/>
      <dgm:spPr/>
      <dgm:t>
        <a:bodyPr/>
        <a:lstStyle/>
        <a:p>
          <a:endParaRPr lang="en-US"/>
        </a:p>
      </dgm:t>
    </dgm:pt>
    <dgm:pt modelId="{501C3D4E-E5CA-41DF-A7B5-D36CE6EEC71B}">
      <dgm:prSet/>
      <dgm:spPr/>
      <dgm:t>
        <a:bodyPr/>
        <a:lstStyle/>
        <a:p>
          <a:r>
            <a:rPr lang="tr-TR"/>
            <a:t>Analiz</a:t>
          </a:r>
          <a:endParaRPr lang="en-US"/>
        </a:p>
      </dgm:t>
    </dgm:pt>
    <dgm:pt modelId="{22CC8643-67C4-4727-8ED0-E40F785D9B29}" type="parTrans" cxnId="{5ACC767E-24B2-4C7D-816E-623F9E82FBDF}">
      <dgm:prSet/>
      <dgm:spPr/>
      <dgm:t>
        <a:bodyPr/>
        <a:lstStyle/>
        <a:p>
          <a:endParaRPr lang="en-US"/>
        </a:p>
      </dgm:t>
    </dgm:pt>
    <dgm:pt modelId="{7AD2A02E-3B0E-4C28-924A-F0F893FF301B}" type="sibTrans" cxnId="{5ACC767E-24B2-4C7D-816E-623F9E82FBDF}">
      <dgm:prSet/>
      <dgm:spPr/>
      <dgm:t>
        <a:bodyPr/>
        <a:lstStyle/>
        <a:p>
          <a:endParaRPr lang="en-US"/>
        </a:p>
      </dgm:t>
    </dgm:pt>
    <dgm:pt modelId="{52542C61-466A-4ADB-A891-34A7C10E4D90}">
      <dgm:prSet/>
      <dgm:spPr/>
      <dgm:t>
        <a:bodyPr/>
        <a:lstStyle/>
        <a:p>
          <a:r>
            <a:rPr lang="tr-TR"/>
            <a:t>Tasarım</a:t>
          </a:r>
          <a:endParaRPr lang="en-US"/>
        </a:p>
      </dgm:t>
    </dgm:pt>
    <dgm:pt modelId="{8BEF11DC-32FD-40EF-8957-2757FE48C6A1}" type="parTrans" cxnId="{6C168E4C-2BCF-48D7-A436-3ECC6809D692}">
      <dgm:prSet/>
      <dgm:spPr/>
      <dgm:t>
        <a:bodyPr/>
        <a:lstStyle/>
        <a:p>
          <a:endParaRPr lang="en-US"/>
        </a:p>
      </dgm:t>
    </dgm:pt>
    <dgm:pt modelId="{094C5FF9-B94E-4D92-A1B7-F2EA4426D37C}" type="sibTrans" cxnId="{6C168E4C-2BCF-48D7-A436-3ECC6809D692}">
      <dgm:prSet/>
      <dgm:spPr/>
      <dgm:t>
        <a:bodyPr/>
        <a:lstStyle/>
        <a:p>
          <a:endParaRPr lang="en-US"/>
        </a:p>
      </dgm:t>
    </dgm:pt>
    <dgm:pt modelId="{0B8C3CBF-3DF4-4767-9656-ADFD348C57E0}">
      <dgm:prSet/>
      <dgm:spPr/>
      <dgm:t>
        <a:bodyPr/>
        <a:lstStyle/>
        <a:p>
          <a:r>
            <a:rPr lang="tr-TR"/>
            <a:t>Yazılım Mimarisi</a:t>
          </a:r>
          <a:endParaRPr lang="en-US"/>
        </a:p>
      </dgm:t>
    </dgm:pt>
    <dgm:pt modelId="{EB38132F-401D-4F69-AE09-4ED1BE44F1BF}" type="parTrans" cxnId="{155FE32F-1ABB-41D1-B31A-AB6418D98E1A}">
      <dgm:prSet/>
      <dgm:spPr/>
      <dgm:t>
        <a:bodyPr/>
        <a:lstStyle/>
        <a:p>
          <a:endParaRPr lang="en-US"/>
        </a:p>
      </dgm:t>
    </dgm:pt>
    <dgm:pt modelId="{1BD7B3C9-5A9B-4C27-9D98-B46718A6B544}" type="sibTrans" cxnId="{155FE32F-1ABB-41D1-B31A-AB6418D98E1A}">
      <dgm:prSet/>
      <dgm:spPr/>
      <dgm:t>
        <a:bodyPr/>
        <a:lstStyle/>
        <a:p>
          <a:endParaRPr lang="en-US"/>
        </a:p>
      </dgm:t>
    </dgm:pt>
    <dgm:pt modelId="{A2E474CF-7B65-4E43-91EB-771A483A64D1}">
      <dgm:prSet/>
      <dgm:spPr/>
      <dgm:t>
        <a:bodyPr/>
        <a:lstStyle/>
        <a:p>
          <a:r>
            <a:rPr lang="tr-TR" dirty="0"/>
            <a:t>Donanım Mimarisi</a:t>
          </a:r>
          <a:endParaRPr lang="en-US" dirty="0"/>
        </a:p>
      </dgm:t>
    </dgm:pt>
    <dgm:pt modelId="{75893D3C-29BB-469D-B113-0DF774A46895}" type="parTrans" cxnId="{67134FB5-360C-49AA-BD63-2A24E63197A3}">
      <dgm:prSet/>
      <dgm:spPr/>
      <dgm:t>
        <a:bodyPr/>
        <a:lstStyle/>
        <a:p>
          <a:endParaRPr lang="en-US"/>
        </a:p>
      </dgm:t>
    </dgm:pt>
    <dgm:pt modelId="{3CA4C832-5923-4E35-9309-A72CDA5C6C65}" type="sibTrans" cxnId="{67134FB5-360C-49AA-BD63-2A24E63197A3}">
      <dgm:prSet/>
      <dgm:spPr/>
      <dgm:t>
        <a:bodyPr/>
        <a:lstStyle/>
        <a:p>
          <a:endParaRPr lang="en-US"/>
        </a:p>
      </dgm:t>
    </dgm:pt>
    <dgm:pt modelId="{0FCAF68B-EC71-40BB-90DD-064D5956246C}">
      <dgm:prSet/>
      <dgm:spPr/>
      <dgm:t>
        <a:bodyPr/>
        <a:lstStyle/>
        <a:p>
          <a:r>
            <a:rPr lang="tr-TR"/>
            <a:t>Uygulama</a:t>
          </a:r>
          <a:endParaRPr lang="en-US"/>
        </a:p>
      </dgm:t>
    </dgm:pt>
    <dgm:pt modelId="{A235CB25-6194-4EDB-B293-8AD96C65D927}" type="parTrans" cxnId="{74EC2632-B220-4562-9248-C88D13E00039}">
      <dgm:prSet/>
      <dgm:spPr/>
      <dgm:t>
        <a:bodyPr/>
        <a:lstStyle/>
        <a:p>
          <a:endParaRPr lang="en-US"/>
        </a:p>
      </dgm:t>
    </dgm:pt>
    <dgm:pt modelId="{FD863CDC-1D27-40E7-957E-8AED85C94942}" type="sibTrans" cxnId="{74EC2632-B220-4562-9248-C88D13E00039}">
      <dgm:prSet/>
      <dgm:spPr/>
      <dgm:t>
        <a:bodyPr/>
        <a:lstStyle/>
        <a:p>
          <a:endParaRPr lang="en-US"/>
        </a:p>
      </dgm:t>
    </dgm:pt>
    <dgm:pt modelId="{A458A4C5-AADB-415E-8D73-2C425F0BE47C}">
      <dgm:prSet/>
      <dgm:spPr/>
      <dgm:t>
        <a:bodyPr/>
        <a:lstStyle/>
        <a:p>
          <a:r>
            <a:rPr lang="tr-TR"/>
            <a:t>Algoritma ve Akış Şeması</a:t>
          </a:r>
          <a:endParaRPr lang="en-US"/>
        </a:p>
      </dgm:t>
    </dgm:pt>
    <dgm:pt modelId="{B58D077E-3D10-4FC1-8383-6645C4EA3BBD}" type="parTrans" cxnId="{1A36D636-F581-4A87-82A4-B98F285F754E}">
      <dgm:prSet/>
      <dgm:spPr/>
      <dgm:t>
        <a:bodyPr/>
        <a:lstStyle/>
        <a:p>
          <a:endParaRPr lang="en-US"/>
        </a:p>
      </dgm:t>
    </dgm:pt>
    <dgm:pt modelId="{6EDF1EAB-4CDE-4F1E-A70E-6DD06BD37E66}" type="sibTrans" cxnId="{1A36D636-F581-4A87-82A4-B98F285F754E}">
      <dgm:prSet/>
      <dgm:spPr/>
      <dgm:t>
        <a:bodyPr/>
        <a:lstStyle/>
        <a:p>
          <a:endParaRPr lang="en-US"/>
        </a:p>
      </dgm:t>
    </dgm:pt>
    <dgm:pt modelId="{4CD8AF2B-FB18-4DCA-A68B-FC0E8AA9725A}">
      <dgm:prSet/>
      <dgm:spPr/>
      <dgm:t>
        <a:bodyPr/>
        <a:lstStyle/>
        <a:p>
          <a:r>
            <a:rPr lang="tr-TR"/>
            <a:t>Uygulamanın / Sistemin Geliştirilmesi</a:t>
          </a:r>
          <a:endParaRPr lang="en-US"/>
        </a:p>
      </dgm:t>
    </dgm:pt>
    <dgm:pt modelId="{05A5A739-5F14-41F2-B817-2B2DA5CDFE07}" type="parTrans" cxnId="{AF7841AE-D565-4BB7-8D4F-FEBFBFE0AFEA}">
      <dgm:prSet/>
      <dgm:spPr/>
      <dgm:t>
        <a:bodyPr/>
        <a:lstStyle/>
        <a:p>
          <a:endParaRPr lang="en-US"/>
        </a:p>
      </dgm:t>
    </dgm:pt>
    <dgm:pt modelId="{DA91AAED-52E4-4111-8813-142F6BE82F4C}" type="sibTrans" cxnId="{AF7841AE-D565-4BB7-8D4F-FEBFBFE0AFEA}">
      <dgm:prSet/>
      <dgm:spPr/>
      <dgm:t>
        <a:bodyPr/>
        <a:lstStyle/>
        <a:p>
          <a:endParaRPr lang="en-US"/>
        </a:p>
      </dgm:t>
    </dgm:pt>
    <dgm:pt modelId="{FB25BCB2-911A-41D6-B39B-90C310F2D783}">
      <dgm:prSet/>
      <dgm:spPr/>
      <dgm:t>
        <a:bodyPr/>
        <a:lstStyle/>
        <a:p>
          <a:r>
            <a:rPr lang="tr-TR"/>
            <a:t>Testler</a:t>
          </a:r>
          <a:endParaRPr lang="en-US"/>
        </a:p>
      </dgm:t>
    </dgm:pt>
    <dgm:pt modelId="{FA1513F8-1049-416F-8EE7-30AE5923D97B}" type="parTrans" cxnId="{945F48B7-1148-4A45-949E-362803425966}">
      <dgm:prSet/>
      <dgm:spPr/>
      <dgm:t>
        <a:bodyPr/>
        <a:lstStyle/>
        <a:p>
          <a:endParaRPr lang="en-US"/>
        </a:p>
      </dgm:t>
    </dgm:pt>
    <dgm:pt modelId="{8BB2D53C-2CA7-4CEF-8EBE-0DC849C87F53}" type="sibTrans" cxnId="{945F48B7-1148-4A45-949E-362803425966}">
      <dgm:prSet/>
      <dgm:spPr/>
      <dgm:t>
        <a:bodyPr/>
        <a:lstStyle/>
        <a:p>
          <a:endParaRPr lang="en-US"/>
        </a:p>
      </dgm:t>
    </dgm:pt>
    <dgm:pt modelId="{1A26CEEB-7395-4062-A5AD-30348ED3C184}">
      <dgm:prSet/>
      <dgm:spPr/>
      <dgm:t>
        <a:bodyPr/>
        <a:lstStyle/>
        <a:p>
          <a:r>
            <a:rPr lang="tr-TR"/>
            <a:t>Sonuçlar</a:t>
          </a:r>
          <a:endParaRPr lang="en-US"/>
        </a:p>
      </dgm:t>
    </dgm:pt>
    <dgm:pt modelId="{18EB2946-5D25-4054-8ACF-270E77A87CDC}" type="parTrans" cxnId="{3C7C3573-3780-4196-87BA-DA98296BE8C7}">
      <dgm:prSet/>
      <dgm:spPr/>
      <dgm:t>
        <a:bodyPr/>
        <a:lstStyle/>
        <a:p>
          <a:endParaRPr lang="en-US"/>
        </a:p>
      </dgm:t>
    </dgm:pt>
    <dgm:pt modelId="{BE5E17A3-EF7F-4050-9CA0-D818E0425E03}" type="sibTrans" cxnId="{3C7C3573-3780-4196-87BA-DA98296BE8C7}">
      <dgm:prSet/>
      <dgm:spPr/>
      <dgm:t>
        <a:bodyPr/>
        <a:lstStyle/>
        <a:p>
          <a:endParaRPr lang="en-US"/>
        </a:p>
      </dgm:t>
    </dgm:pt>
    <dgm:pt modelId="{15E5081B-D2D2-4F87-A4CE-474E4E66C1BD}">
      <dgm:prSet/>
      <dgm:spPr/>
    </dgm:pt>
    <dgm:pt modelId="{187A6B9D-CC07-4144-A2E3-EE29D544B595}" type="parTrans" cxnId="{C78F19DF-2D32-4DB3-A2E7-C98407497B8D}">
      <dgm:prSet/>
      <dgm:spPr/>
      <dgm:t>
        <a:bodyPr/>
        <a:lstStyle/>
        <a:p>
          <a:endParaRPr lang="en-US"/>
        </a:p>
      </dgm:t>
    </dgm:pt>
    <dgm:pt modelId="{295CDA04-A2F6-4654-87E3-F92F92E2D362}" type="sibTrans" cxnId="{C78F19DF-2D32-4DB3-A2E7-C98407497B8D}">
      <dgm:prSet/>
      <dgm:spPr/>
      <dgm:t>
        <a:bodyPr/>
        <a:lstStyle/>
        <a:p>
          <a:endParaRPr lang="en-US"/>
        </a:p>
      </dgm:t>
    </dgm:pt>
    <dgm:pt modelId="{83A14577-59C8-4B02-B212-EF8963DDEAEB}">
      <dgm:prSet/>
      <dgm:spPr/>
    </dgm:pt>
    <dgm:pt modelId="{8CB163E9-1FED-43A3-B72B-98191867F06E}" type="parTrans" cxnId="{CC3124DB-354E-4A23-87AC-54F7DD061B79}">
      <dgm:prSet/>
      <dgm:spPr/>
      <dgm:t>
        <a:bodyPr/>
        <a:lstStyle/>
        <a:p>
          <a:endParaRPr lang="en-US"/>
        </a:p>
      </dgm:t>
    </dgm:pt>
    <dgm:pt modelId="{C81ABC4C-5B59-4084-8271-72AAA581D529}" type="sibTrans" cxnId="{CC3124DB-354E-4A23-87AC-54F7DD061B79}">
      <dgm:prSet/>
      <dgm:spPr/>
      <dgm:t>
        <a:bodyPr/>
        <a:lstStyle/>
        <a:p>
          <a:endParaRPr lang="en-US"/>
        </a:p>
      </dgm:t>
    </dgm:pt>
    <dgm:pt modelId="{D1B2EF83-1A34-46B6-AC88-519CC38BF702}">
      <dgm:prSet/>
      <dgm:spPr/>
    </dgm:pt>
    <dgm:pt modelId="{E8131873-1C23-464F-B7F0-B03DA2C4F36F}" type="parTrans" cxnId="{B813A14F-04DC-4FC0-A58B-BA1150FB8BDE}">
      <dgm:prSet/>
      <dgm:spPr/>
      <dgm:t>
        <a:bodyPr/>
        <a:lstStyle/>
        <a:p>
          <a:endParaRPr lang="en-US"/>
        </a:p>
      </dgm:t>
    </dgm:pt>
    <dgm:pt modelId="{170A154D-458D-45E0-B84E-E11D1CB50251}" type="sibTrans" cxnId="{B813A14F-04DC-4FC0-A58B-BA1150FB8BDE}">
      <dgm:prSet/>
      <dgm:spPr/>
      <dgm:t>
        <a:bodyPr/>
        <a:lstStyle/>
        <a:p>
          <a:endParaRPr lang="en-US"/>
        </a:p>
      </dgm:t>
    </dgm:pt>
    <dgm:pt modelId="{B75AC4F0-DAB8-4B18-B823-79F4F33DD46C}" type="pres">
      <dgm:prSet presAssocID="{67F64475-5793-4132-878E-FB0A5C8F95FC}" presName="arrowDiagram" presStyleCnt="0">
        <dgm:presLayoutVars>
          <dgm:chMax val="5"/>
          <dgm:dir/>
          <dgm:resizeHandles val="exact"/>
        </dgm:presLayoutVars>
      </dgm:prSet>
      <dgm:spPr/>
    </dgm:pt>
    <dgm:pt modelId="{08899E76-0251-4FB5-837A-9048197713C6}" type="pres">
      <dgm:prSet presAssocID="{67F64475-5793-4132-878E-FB0A5C8F95FC}" presName="arrow" presStyleLbl="bgShp" presStyleIdx="0" presStyleCnt="1"/>
      <dgm:spPr/>
    </dgm:pt>
    <dgm:pt modelId="{EEE3D0C0-82EA-4B3E-8AD5-E73CB650151B}" type="pres">
      <dgm:prSet presAssocID="{67F64475-5793-4132-878E-FB0A5C8F95FC}" presName="arrowDiagram5" presStyleCnt="0"/>
      <dgm:spPr/>
    </dgm:pt>
    <dgm:pt modelId="{68E18425-DF61-4089-9E8C-C1477B391F0D}" type="pres">
      <dgm:prSet presAssocID="{689052F8-5328-4C27-94C6-FFFF73D0251F}" presName="bullet5a" presStyleLbl="node1" presStyleIdx="0" presStyleCnt="5"/>
      <dgm:spPr/>
    </dgm:pt>
    <dgm:pt modelId="{FD81EEAF-409B-489B-BCC2-2DA2BF4CDD40}" type="pres">
      <dgm:prSet presAssocID="{689052F8-5328-4C27-94C6-FFFF73D0251F}" presName="textBox5a" presStyleLbl="revTx" presStyleIdx="0" presStyleCnt="5">
        <dgm:presLayoutVars>
          <dgm:bulletEnabled val="1"/>
        </dgm:presLayoutVars>
      </dgm:prSet>
      <dgm:spPr/>
    </dgm:pt>
    <dgm:pt modelId="{75B574F0-1E0D-4EDA-B31C-51BCB3296253}" type="pres">
      <dgm:prSet presAssocID="{501C3D4E-E5CA-41DF-A7B5-D36CE6EEC71B}" presName="bullet5b" presStyleLbl="node1" presStyleIdx="1" presStyleCnt="5"/>
      <dgm:spPr/>
    </dgm:pt>
    <dgm:pt modelId="{5F542835-6B8A-4108-854B-EB80574B746F}" type="pres">
      <dgm:prSet presAssocID="{501C3D4E-E5CA-41DF-A7B5-D36CE6EEC71B}" presName="textBox5b" presStyleLbl="revTx" presStyleIdx="1" presStyleCnt="5">
        <dgm:presLayoutVars>
          <dgm:bulletEnabled val="1"/>
        </dgm:presLayoutVars>
      </dgm:prSet>
      <dgm:spPr/>
    </dgm:pt>
    <dgm:pt modelId="{CABD6527-B93A-4C63-B385-0FC3477B32F1}" type="pres">
      <dgm:prSet presAssocID="{52542C61-466A-4ADB-A891-34A7C10E4D90}" presName="bullet5c" presStyleLbl="node1" presStyleIdx="2" presStyleCnt="5"/>
      <dgm:spPr/>
    </dgm:pt>
    <dgm:pt modelId="{4AFBAE31-0598-4975-A606-C93C0CBE5E90}" type="pres">
      <dgm:prSet presAssocID="{52542C61-466A-4ADB-A891-34A7C10E4D90}" presName="textBox5c" presStyleLbl="revTx" presStyleIdx="2" presStyleCnt="5">
        <dgm:presLayoutVars>
          <dgm:bulletEnabled val="1"/>
        </dgm:presLayoutVars>
      </dgm:prSet>
      <dgm:spPr/>
    </dgm:pt>
    <dgm:pt modelId="{A0BF37D2-C163-4402-9230-68BFB2ACF431}" type="pres">
      <dgm:prSet presAssocID="{0FCAF68B-EC71-40BB-90DD-064D5956246C}" presName="bullet5d" presStyleLbl="node1" presStyleIdx="3" presStyleCnt="5"/>
      <dgm:spPr/>
    </dgm:pt>
    <dgm:pt modelId="{5F64FD83-DFFA-4E25-8B1D-D6D4BDAB22AD}" type="pres">
      <dgm:prSet presAssocID="{0FCAF68B-EC71-40BB-90DD-064D5956246C}" presName="textBox5d" presStyleLbl="revTx" presStyleIdx="3" presStyleCnt="5">
        <dgm:presLayoutVars>
          <dgm:bulletEnabled val="1"/>
        </dgm:presLayoutVars>
      </dgm:prSet>
      <dgm:spPr/>
    </dgm:pt>
    <dgm:pt modelId="{D1B769A2-6ADE-4F38-AC04-DBF5C1704D08}" type="pres">
      <dgm:prSet presAssocID="{1A26CEEB-7395-4062-A5AD-30348ED3C184}" presName="bullet5e" presStyleLbl="node1" presStyleIdx="4" presStyleCnt="5"/>
      <dgm:spPr/>
    </dgm:pt>
    <dgm:pt modelId="{304AF89C-99B9-4B2B-980F-A33B8133601C}" type="pres">
      <dgm:prSet presAssocID="{1A26CEEB-7395-4062-A5AD-30348ED3C184}" presName="textBox5e" presStyleLbl="revTx" presStyleIdx="4" presStyleCnt="5">
        <dgm:presLayoutVars>
          <dgm:bulletEnabled val="1"/>
        </dgm:presLayoutVars>
      </dgm:prSet>
      <dgm:spPr/>
    </dgm:pt>
  </dgm:ptLst>
  <dgm:cxnLst>
    <dgm:cxn modelId="{29B5DD0B-E87C-40F9-A531-CD13ECC1BCD1}" type="presOf" srcId="{0FCAF68B-EC71-40BB-90DD-064D5956246C}" destId="{5F64FD83-DFFA-4E25-8B1D-D6D4BDAB22AD}" srcOrd="0" destOrd="0" presId="urn:microsoft.com/office/officeart/2005/8/layout/arrow2"/>
    <dgm:cxn modelId="{393FBD2A-7125-4DF1-855F-82F48D79F150}" type="presOf" srcId="{52542C61-466A-4ADB-A891-34A7C10E4D90}" destId="{4AFBAE31-0598-4975-A606-C93C0CBE5E90}" srcOrd="0" destOrd="0" presId="urn:microsoft.com/office/officeart/2005/8/layout/arrow2"/>
    <dgm:cxn modelId="{155FE32F-1ABB-41D1-B31A-AB6418D98E1A}" srcId="{52542C61-466A-4ADB-A891-34A7C10E4D90}" destId="{0B8C3CBF-3DF4-4767-9656-ADFD348C57E0}" srcOrd="0" destOrd="0" parTransId="{EB38132F-401D-4F69-AE09-4ED1BE44F1BF}" sibTransId="{1BD7B3C9-5A9B-4C27-9D98-B46718A6B544}"/>
    <dgm:cxn modelId="{74EC2632-B220-4562-9248-C88D13E00039}" srcId="{67F64475-5793-4132-878E-FB0A5C8F95FC}" destId="{0FCAF68B-EC71-40BB-90DD-064D5956246C}" srcOrd="3" destOrd="0" parTransId="{A235CB25-6194-4EDB-B293-8AD96C65D927}" sibTransId="{FD863CDC-1D27-40E7-957E-8AED85C94942}"/>
    <dgm:cxn modelId="{1A36D636-F581-4A87-82A4-B98F285F754E}" srcId="{0FCAF68B-EC71-40BB-90DD-064D5956246C}" destId="{A458A4C5-AADB-415E-8D73-2C425F0BE47C}" srcOrd="0" destOrd="0" parTransId="{B58D077E-3D10-4FC1-8383-6645C4EA3BBD}" sibTransId="{6EDF1EAB-4CDE-4F1E-A70E-6DD06BD37E66}"/>
    <dgm:cxn modelId="{68B18849-8BF7-4702-B0F9-3393B33EA4D6}" type="presOf" srcId="{67F64475-5793-4132-878E-FB0A5C8F95FC}" destId="{B75AC4F0-DAB8-4B18-B823-79F4F33DD46C}" srcOrd="0" destOrd="0" presId="urn:microsoft.com/office/officeart/2005/8/layout/arrow2"/>
    <dgm:cxn modelId="{D202EF4A-B401-4884-B9E6-A0DD48F590B2}" type="presOf" srcId="{A458A4C5-AADB-415E-8D73-2C425F0BE47C}" destId="{5F64FD83-DFFA-4E25-8B1D-D6D4BDAB22AD}" srcOrd="0" destOrd="1" presId="urn:microsoft.com/office/officeart/2005/8/layout/arrow2"/>
    <dgm:cxn modelId="{6C168E4C-2BCF-48D7-A436-3ECC6809D692}" srcId="{67F64475-5793-4132-878E-FB0A5C8F95FC}" destId="{52542C61-466A-4ADB-A891-34A7C10E4D90}" srcOrd="2" destOrd="0" parTransId="{8BEF11DC-32FD-40EF-8957-2757FE48C6A1}" sibTransId="{094C5FF9-B94E-4D92-A1B7-F2EA4426D37C}"/>
    <dgm:cxn modelId="{B813A14F-04DC-4FC0-A58B-BA1150FB8BDE}" srcId="{67F64475-5793-4132-878E-FB0A5C8F95FC}" destId="{D1B2EF83-1A34-46B6-AC88-519CC38BF702}" srcOrd="7" destOrd="0" parTransId="{E8131873-1C23-464F-B7F0-B03DA2C4F36F}" sibTransId="{170A154D-458D-45E0-B84E-E11D1CB50251}"/>
    <dgm:cxn modelId="{9A0E5372-158E-4488-A7B4-B6CCEDB29B3B}" type="presOf" srcId="{689052F8-5328-4C27-94C6-FFFF73D0251F}" destId="{FD81EEAF-409B-489B-BCC2-2DA2BF4CDD40}" srcOrd="0" destOrd="0" presId="urn:microsoft.com/office/officeart/2005/8/layout/arrow2"/>
    <dgm:cxn modelId="{3C7C3573-3780-4196-87BA-DA98296BE8C7}" srcId="{67F64475-5793-4132-878E-FB0A5C8F95FC}" destId="{1A26CEEB-7395-4062-A5AD-30348ED3C184}" srcOrd="4" destOrd="0" parTransId="{18EB2946-5D25-4054-8ACF-270E77A87CDC}" sibTransId="{BE5E17A3-EF7F-4050-9CA0-D818E0425E03}"/>
    <dgm:cxn modelId="{5ACC767E-24B2-4C7D-816E-623F9E82FBDF}" srcId="{67F64475-5793-4132-878E-FB0A5C8F95FC}" destId="{501C3D4E-E5CA-41DF-A7B5-D36CE6EEC71B}" srcOrd="1" destOrd="0" parTransId="{22CC8643-67C4-4727-8ED0-E40F785D9B29}" sibTransId="{7AD2A02E-3B0E-4C28-924A-F0F893FF301B}"/>
    <dgm:cxn modelId="{6BA53D85-5474-4005-A74A-335358E15E46}" type="presOf" srcId="{A2E474CF-7B65-4E43-91EB-771A483A64D1}" destId="{4AFBAE31-0598-4975-A606-C93C0CBE5E90}" srcOrd="0" destOrd="2" presId="urn:microsoft.com/office/officeart/2005/8/layout/arrow2"/>
    <dgm:cxn modelId="{EDE4469F-0AC2-4714-905C-182DCBF97E32}" type="presOf" srcId="{1A26CEEB-7395-4062-A5AD-30348ED3C184}" destId="{304AF89C-99B9-4B2B-980F-A33B8133601C}" srcOrd="0" destOrd="0" presId="urn:microsoft.com/office/officeart/2005/8/layout/arrow2"/>
    <dgm:cxn modelId="{D3B7759F-020E-4A36-BAEE-A04898052D44}" type="presOf" srcId="{FB25BCB2-911A-41D6-B39B-90C310F2D783}" destId="{5F64FD83-DFFA-4E25-8B1D-D6D4BDAB22AD}" srcOrd="0" destOrd="3" presId="urn:microsoft.com/office/officeart/2005/8/layout/arrow2"/>
    <dgm:cxn modelId="{AF7841AE-D565-4BB7-8D4F-FEBFBFE0AFEA}" srcId="{0FCAF68B-EC71-40BB-90DD-064D5956246C}" destId="{4CD8AF2B-FB18-4DCA-A68B-FC0E8AA9725A}" srcOrd="1" destOrd="0" parTransId="{05A5A739-5F14-41F2-B817-2B2DA5CDFE07}" sibTransId="{DA91AAED-52E4-4111-8813-142F6BE82F4C}"/>
    <dgm:cxn modelId="{67134FB5-360C-49AA-BD63-2A24E63197A3}" srcId="{52542C61-466A-4ADB-A891-34A7C10E4D90}" destId="{A2E474CF-7B65-4E43-91EB-771A483A64D1}" srcOrd="1" destOrd="0" parTransId="{75893D3C-29BB-469D-B113-0DF774A46895}" sibTransId="{3CA4C832-5923-4E35-9309-A72CDA5C6C65}"/>
    <dgm:cxn modelId="{945F48B7-1148-4A45-949E-362803425966}" srcId="{0FCAF68B-EC71-40BB-90DD-064D5956246C}" destId="{FB25BCB2-911A-41D6-B39B-90C310F2D783}" srcOrd="2" destOrd="0" parTransId="{FA1513F8-1049-416F-8EE7-30AE5923D97B}" sibTransId="{8BB2D53C-2CA7-4CEF-8EBE-0DC849C87F53}"/>
    <dgm:cxn modelId="{987C14BA-CFC9-45CD-8A9D-D556F9EBB585}" type="presOf" srcId="{4CD8AF2B-FB18-4DCA-A68B-FC0E8AA9725A}" destId="{5F64FD83-DFFA-4E25-8B1D-D6D4BDAB22AD}" srcOrd="0" destOrd="2" presId="urn:microsoft.com/office/officeart/2005/8/layout/arrow2"/>
    <dgm:cxn modelId="{59E170BF-5830-4227-A8A9-BD15EE60ABE8}" type="presOf" srcId="{501C3D4E-E5CA-41DF-A7B5-D36CE6EEC71B}" destId="{5F542835-6B8A-4108-854B-EB80574B746F}" srcOrd="0" destOrd="0" presId="urn:microsoft.com/office/officeart/2005/8/layout/arrow2"/>
    <dgm:cxn modelId="{FEF600C2-C50F-45AA-969D-1A0380570BF6}" srcId="{67F64475-5793-4132-878E-FB0A5C8F95FC}" destId="{689052F8-5328-4C27-94C6-FFFF73D0251F}" srcOrd="0" destOrd="0" parTransId="{C462CD71-275E-4AFC-96A8-76F3258095D8}" sibTransId="{42D2886C-645A-4B5C-B99A-8A0605541EF7}"/>
    <dgm:cxn modelId="{B010E1C7-F322-480C-A72B-6AA61CAE2E1D}" type="presOf" srcId="{0B8C3CBF-3DF4-4767-9656-ADFD348C57E0}" destId="{4AFBAE31-0598-4975-A606-C93C0CBE5E90}" srcOrd="0" destOrd="1" presId="urn:microsoft.com/office/officeart/2005/8/layout/arrow2"/>
    <dgm:cxn modelId="{CC3124DB-354E-4A23-87AC-54F7DD061B79}" srcId="{67F64475-5793-4132-878E-FB0A5C8F95FC}" destId="{83A14577-59C8-4B02-B212-EF8963DDEAEB}" srcOrd="6" destOrd="0" parTransId="{8CB163E9-1FED-43A3-B72B-98191867F06E}" sibTransId="{C81ABC4C-5B59-4084-8271-72AAA581D529}"/>
    <dgm:cxn modelId="{C78F19DF-2D32-4DB3-A2E7-C98407497B8D}" srcId="{67F64475-5793-4132-878E-FB0A5C8F95FC}" destId="{15E5081B-D2D2-4F87-A4CE-474E4E66C1BD}" srcOrd="5" destOrd="0" parTransId="{187A6B9D-CC07-4144-A2E3-EE29D544B595}" sibTransId="{295CDA04-A2F6-4654-87E3-F92F92E2D362}"/>
    <dgm:cxn modelId="{A3E49403-6B72-4B6D-8631-2361C1C13DD1}" type="presParOf" srcId="{B75AC4F0-DAB8-4B18-B823-79F4F33DD46C}" destId="{08899E76-0251-4FB5-837A-9048197713C6}" srcOrd="0" destOrd="0" presId="urn:microsoft.com/office/officeart/2005/8/layout/arrow2"/>
    <dgm:cxn modelId="{0BF52D4E-DDFC-42DF-B7DD-DD1238B2159A}" type="presParOf" srcId="{B75AC4F0-DAB8-4B18-B823-79F4F33DD46C}" destId="{EEE3D0C0-82EA-4B3E-8AD5-E73CB650151B}" srcOrd="1" destOrd="0" presId="urn:microsoft.com/office/officeart/2005/8/layout/arrow2"/>
    <dgm:cxn modelId="{9DA13400-9D81-4581-BD0C-319F3AEBCFFC}" type="presParOf" srcId="{EEE3D0C0-82EA-4B3E-8AD5-E73CB650151B}" destId="{68E18425-DF61-4089-9E8C-C1477B391F0D}" srcOrd="0" destOrd="0" presId="urn:microsoft.com/office/officeart/2005/8/layout/arrow2"/>
    <dgm:cxn modelId="{3D78A6E7-0083-4504-A519-72CE55D198FF}" type="presParOf" srcId="{EEE3D0C0-82EA-4B3E-8AD5-E73CB650151B}" destId="{FD81EEAF-409B-489B-BCC2-2DA2BF4CDD40}" srcOrd="1" destOrd="0" presId="urn:microsoft.com/office/officeart/2005/8/layout/arrow2"/>
    <dgm:cxn modelId="{49A5B663-3336-46E3-A242-629E86A2BF84}" type="presParOf" srcId="{EEE3D0C0-82EA-4B3E-8AD5-E73CB650151B}" destId="{75B574F0-1E0D-4EDA-B31C-51BCB3296253}" srcOrd="2" destOrd="0" presId="urn:microsoft.com/office/officeart/2005/8/layout/arrow2"/>
    <dgm:cxn modelId="{C31C928F-8178-445B-9243-FD957723C170}" type="presParOf" srcId="{EEE3D0C0-82EA-4B3E-8AD5-E73CB650151B}" destId="{5F542835-6B8A-4108-854B-EB80574B746F}" srcOrd="3" destOrd="0" presId="urn:microsoft.com/office/officeart/2005/8/layout/arrow2"/>
    <dgm:cxn modelId="{A529C33D-CE9D-49B3-B710-CCAEFD82E0AB}" type="presParOf" srcId="{EEE3D0C0-82EA-4B3E-8AD5-E73CB650151B}" destId="{CABD6527-B93A-4C63-B385-0FC3477B32F1}" srcOrd="4" destOrd="0" presId="urn:microsoft.com/office/officeart/2005/8/layout/arrow2"/>
    <dgm:cxn modelId="{130B107C-8313-45BB-86CA-762A4C6CAEA0}" type="presParOf" srcId="{EEE3D0C0-82EA-4B3E-8AD5-E73CB650151B}" destId="{4AFBAE31-0598-4975-A606-C93C0CBE5E90}" srcOrd="5" destOrd="0" presId="urn:microsoft.com/office/officeart/2005/8/layout/arrow2"/>
    <dgm:cxn modelId="{C9D82F29-2A97-466B-9BDA-3DBF90B84B01}" type="presParOf" srcId="{EEE3D0C0-82EA-4B3E-8AD5-E73CB650151B}" destId="{A0BF37D2-C163-4402-9230-68BFB2ACF431}" srcOrd="6" destOrd="0" presId="urn:microsoft.com/office/officeart/2005/8/layout/arrow2"/>
    <dgm:cxn modelId="{C54030D5-727F-451C-AB89-F4ACA6A65274}" type="presParOf" srcId="{EEE3D0C0-82EA-4B3E-8AD5-E73CB650151B}" destId="{5F64FD83-DFFA-4E25-8B1D-D6D4BDAB22AD}" srcOrd="7" destOrd="0" presId="urn:microsoft.com/office/officeart/2005/8/layout/arrow2"/>
    <dgm:cxn modelId="{1BB261C1-6B4C-42CE-8035-7A44B81BEA09}" type="presParOf" srcId="{EEE3D0C0-82EA-4B3E-8AD5-E73CB650151B}" destId="{D1B769A2-6ADE-4F38-AC04-DBF5C1704D08}" srcOrd="8" destOrd="0" presId="urn:microsoft.com/office/officeart/2005/8/layout/arrow2"/>
    <dgm:cxn modelId="{D8A3FC3C-76D8-46DB-B81F-97D467EC46A2}" type="presParOf" srcId="{EEE3D0C0-82EA-4B3E-8AD5-E73CB650151B}" destId="{304AF89C-99B9-4B2B-980F-A33B8133601C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899E76-0251-4FB5-837A-9048197713C6}">
      <dsp:nvSpPr>
        <dsp:cNvPr id="0" name=""/>
        <dsp:cNvSpPr/>
      </dsp:nvSpPr>
      <dsp:spPr>
        <a:xfrm>
          <a:off x="0" y="30860"/>
          <a:ext cx="8796528" cy="5497830"/>
        </a:xfrm>
        <a:prstGeom prst="swooshArrow">
          <a:avLst>
            <a:gd name="adj1" fmla="val 25000"/>
            <a:gd name="adj2" fmla="val 25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400500" extrusionH="63500" contourW="12700" prstMaterial="matte">
          <a:contourClr>
            <a:schemeClr val="lt1">
              <a:tint val="50000"/>
            </a:schemeClr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E18425-DF61-4089-9E8C-C1477B391F0D}">
      <dsp:nvSpPr>
        <dsp:cNvPr id="0" name=""/>
        <dsp:cNvSpPr/>
      </dsp:nvSpPr>
      <dsp:spPr>
        <a:xfrm>
          <a:off x="866458" y="4119047"/>
          <a:ext cx="202320" cy="20232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81EEAF-409B-489B-BCC2-2DA2BF4CDD40}">
      <dsp:nvSpPr>
        <dsp:cNvPr id="0" name=""/>
        <dsp:cNvSpPr/>
      </dsp:nvSpPr>
      <dsp:spPr>
        <a:xfrm>
          <a:off x="967618" y="4220207"/>
          <a:ext cx="1152345" cy="13084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205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Projenin Tanımı</a:t>
          </a:r>
          <a:endParaRPr lang="en-US" sz="1900" kern="1200"/>
        </a:p>
      </dsp:txBody>
      <dsp:txXfrm>
        <a:off x="967618" y="4220207"/>
        <a:ext cx="1152345" cy="1308483"/>
      </dsp:txXfrm>
    </dsp:sp>
    <dsp:sp modelId="{75B574F0-1E0D-4EDA-B31C-51BCB3296253}">
      <dsp:nvSpPr>
        <dsp:cNvPr id="0" name=""/>
        <dsp:cNvSpPr/>
      </dsp:nvSpPr>
      <dsp:spPr>
        <a:xfrm>
          <a:off x="1961625" y="3066762"/>
          <a:ext cx="316675" cy="316675"/>
        </a:xfrm>
        <a:prstGeom prst="ellipse">
          <a:avLst/>
        </a:prstGeom>
        <a:solidFill>
          <a:schemeClr val="accent4">
            <a:hueOff val="-123153"/>
            <a:satOff val="3677"/>
            <a:lumOff val="1421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542835-6B8A-4108-854B-EB80574B746F}">
      <dsp:nvSpPr>
        <dsp:cNvPr id="0" name=""/>
        <dsp:cNvSpPr/>
      </dsp:nvSpPr>
      <dsp:spPr>
        <a:xfrm>
          <a:off x="2119963" y="3225100"/>
          <a:ext cx="1460223" cy="2303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80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Analiz</a:t>
          </a:r>
          <a:endParaRPr lang="en-US" sz="1900" kern="1200"/>
        </a:p>
      </dsp:txBody>
      <dsp:txXfrm>
        <a:off x="2119963" y="3225100"/>
        <a:ext cx="1460223" cy="2303590"/>
      </dsp:txXfrm>
    </dsp:sp>
    <dsp:sp modelId="{CABD6527-B93A-4C63-B385-0FC3477B32F1}">
      <dsp:nvSpPr>
        <dsp:cNvPr id="0" name=""/>
        <dsp:cNvSpPr/>
      </dsp:nvSpPr>
      <dsp:spPr>
        <a:xfrm>
          <a:off x="3369070" y="2227793"/>
          <a:ext cx="422233" cy="422233"/>
        </a:xfrm>
        <a:prstGeom prst="ellipse">
          <a:avLst/>
        </a:prstGeom>
        <a:solidFill>
          <a:schemeClr val="accent4">
            <a:hueOff val="-246306"/>
            <a:satOff val="7355"/>
            <a:lumOff val="2843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FBAE31-0598-4975-A606-C93C0CBE5E90}">
      <dsp:nvSpPr>
        <dsp:cNvPr id="0" name=""/>
        <dsp:cNvSpPr/>
      </dsp:nvSpPr>
      <dsp:spPr>
        <a:xfrm>
          <a:off x="3580186" y="2438910"/>
          <a:ext cx="1697729" cy="3089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3733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Tasarım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/>
            <a:t>Yazılım Mimarisi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 dirty="0"/>
            <a:t>Donanım Mimarisi</a:t>
          </a:r>
          <a:endParaRPr lang="en-US" sz="1500" kern="1200" dirty="0"/>
        </a:p>
      </dsp:txBody>
      <dsp:txXfrm>
        <a:off x="3580186" y="2438910"/>
        <a:ext cx="1697729" cy="3089780"/>
      </dsp:txXfrm>
    </dsp:sp>
    <dsp:sp modelId="{A0BF37D2-C163-4402-9230-68BFB2ACF431}">
      <dsp:nvSpPr>
        <dsp:cNvPr id="0" name=""/>
        <dsp:cNvSpPr/>
      </dsp:nvSpPr>
      <dsp:spPr>
        <a:xfrm>
          <a:off x="5005224" y="1572452"/>
          <a:ext cx="545384" cy="545384"/>
        </a:xfrm>
        <a:prstGeom prst="ellipse">
          <a:avLst/>
        </a:prstGeom>
        <a:solidFill>
          <a:schemeClr val="accent4">
            <a:hueOff val="-369459"/>
            <a:satOff val="11032"/>
            <a:lumOff val="4264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4FD83-DFFA-4E25-8B1D-D6D4BDAB22AD}">
      <dsp:nvSpPr>
        <dsp:cNvPr id="0" name=""/>
        <dsp:cNvSpPr/>
      </dsp:nvSpPr>
      <dsp:spPr>
        <a:xfrm>
          <a:off x="5277916" y="1845144"/>
          <a:ext cx="1759305" cy="3683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8988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Uygulama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/>
            <a:t>Algoritma ve Akış Şeması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/>
            <a:t>Uygulamanın / Sistemin Geliştirilmesi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tr-TR" sz="1500" kern="1200"/>
            <a:t>Testler</a:t>
          </a:r>
          <a:endParaRPr lang="en-US" sz="1500" kern="1200"/>
        </a:p>
      </dsp:txBody>
      <dsp:txXfrm>
        <a:off x="5277916" y="1845144"/>
        <a:ext cx="1759305" cy="3683546"/>
      </dsp:txXfrm>
    </dsp:sp>
    <dsp:sp modelId="{D1B769A2-6ADE-4F38-AC04-DBF5C1704D08}">
      <dsp:nvSpPr>
        <dsp:cNvPr id="0" name=""/>
        <dsp:cNvSpPr/>
      </dsp:nvSpPr>
      <dsp:spPr>
        <a:xfrm>
          <a:off x="6689759" y="1134825"/>
          <a:ext cx="694925" cy="694925"/>
        </a:xfrm>
        <a:prstGeom prst="ellipse">
          <a:avLst/>
        </a:prstGeom>
        <a:solidFill>
          <a:schemeClr val="accent4">
            <a:hueOff val="-492612"/>
            <a:satOff val="14709"/>
            <a:lumOff val="5686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4AF89C-99B9-4B2B-980F-A33B8133601C}">
      <dsp:nvSpPr>
        <dsp:cNvPr id="0" name=""/>
        <dsp:cNvSpPr/>
      </dsp:nvSpPr>
      <dsp:spPr>
        <a:xfrm>
          <a:off x="7037222" y="1482288"/>
          <a:ext cx="1759305" cy="40464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227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900" kern="1200"/>
            <a:t>Sonuçlar</a:t>
          </a:r>
          <a:endParaRPr lang="en-US" sz="1900" kern="1200"/>
        </a:p>
      </dsp:txBody>
      <dsp:txXfrm>
        <a:off x="7037222" y="1482288"/>
        <a:ext cx="1759305" cy="40464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29ACA3-2111-46CC-911E-B291C502FF11}" type="datetimeFigureOut">
              <a:rPr lang="tr-TR" smtClean="0"/>
              <a:t>9.05.2026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483D2-DF70-487A-9CF5-CB3B3418812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31756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8245376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768644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6887088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31579119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8045427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07621973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1042434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3748021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7908709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39964718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6768521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57431869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9982831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4669099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5187726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6394820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96B2120-F0D9-4779-B948-E58D36D05E87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55E21-12B5-5518-9433-4D0DA83DE3DA}"/>
              </a:ext>
            </a:extLst>
          </p:cNvPr>
          <p:cNvSpPr/>
          <p:nvPr userDrawn="1"/>
        </p:nvSpPr>
        <p:spPr>
          <a:xfrm>
            <a:off x="38" y="79"/>
            <a:ext cx="9143962" cy="666671"/>
          </a:xfrm>
          <a:prstGeom prst="rect">
            <a:avLst/>
          </a:prstGeom>
          <a:solidFill>
            <a:srgbClr val="433AF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66184" tIns="33092" rIns="66184" bIns="33092" rtlCol="0" anchor="ctr"/>
          <a:lstStyle/>
          <a:p>
            <a:pPr algn="ctr"/>
            <a:endParaRPr lang="en-US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4A3161B9-6C75-8B5E-E2CB-0ABACDC93E8D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365" y="19534"/>
            <a:ext cx="665927" cy="636184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2CA5BB92-1586-3222-96C9-C97828D5EB88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11" y="23800"/>
            <a:ext cx="690055" cy="663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30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tin kutusu 4"/>
          <p:cNvSpPr txBox="1"/>
          <p:nvPr/>
        </p:nvSpPr>
        <p:spPr>
          <a:xfrm>
            <a:off x="1828800" y="17908"/>
            <a:ext cx="54864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BİL2004 VERİTABANI YÖNETİMİ DÖNEM ÖDEVİ SUNUMU</a:t>
            </a:r>
          </a:p>
        </p:txBody>
      </p:sp>
      <p:sp>
        <p:nvSpPr>
          <p:cNvPr id="15" name="Unvan 1"/>
          <p:cNvSpPr txBox="1">
            <a:spLocks/>
          </p:cNvSpPr>
          <p:nvPr/>
        </p:nvSpPr>
        <p:spPr>
          <a:xfrm>
            <a:off x="685800" y="1003834"/>
            <a:ext cx="77724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339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tr-TR" sz="4800" dirty="0"/>
              <a:t>Telif Hakları Yönetim Sistemi </a:t>
            </a:r>
            <a:r>
              <a:rPr lang="tr-TR" sz="4800" dirty="0" err="1"/>
              <a:t>Veritabanı</a:t>
            </a:r>
            <a:r>
              <a:rPr lang="tr-TR" sz="4800" dirty="0"/>
              <a:t> Tasarımı</a:t>
            </a:r>
          </a:p>
        </p:txBody>
      </p:sp>
      <p:sp>
        <p:nvSpPr>
          <p:cNvPr id="17" name="Veri Yer Tutucusu 3"/>
          <p:cNvSpPr txBox="1">
            <a:spLocks/>
          </p:cNvSpPr>
          <p:nvPr/>
        </p:nvSpPr>
        <p:spPr>
          <a:xfrm>
            <a:off x="3200400" y="63055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r-TR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lt Başlık 2"/>
          <p:cNvSpPr txBox="1">
            <a:spLocks/>
          </p:cNvSpPr>
          <p:nvPr/>
        </p:nvSpPr>
        <p:spPr>
          <a:xfrm>
            <a:off x="1143000" y="3657600"/>
            <a:ext cx="6858000" cy="2326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rgbClr val="00339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339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00339A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tr-TR" sz="2000" dirty="0"/>
              <a:t>2024280021	Furkan Eker</a:t>
            </a:r>
          </a:p>
          <a:p>
            <a:pPr marL="0" indent="0" algn="ctr">
              <a:buNone/>
            </a:pPr>
            <a:r>
              <a:rPr lang="tr-TR" sz="2000" dirty="0"/>
              <a:t>2023280187	Deniz Kerem Can</a:t>
            </a:r>
          </a:p>
          <a:p>
            <a:pPr marL="0" indent="0" algn="ctr">
              <a:buNone/>
            </a:pPr>
            <a:r>
              <a:rPr lang="tr-TR" sz="2000" dirty="0"/>
              <a:t>2023280155 	</a:t>
            </a:r>
            <a:r>
              <a:rPr lang="tr-TR" sz="2000" dirty="0" err="1"/>
              <a:t>Ardasher</a:t>
            </a:r>
            <a:r>
              <a:rPr lang="tr-TR" sz="2000" dirty="0"/>
              <a:t> </a:t>
            </a:r>
            <a:r>
              <a:rPr lang="tr-TR" sz="2000" dirty="0" err="1"/>
              <a:t>Bobokhonov</a:t>
            </a:r>
            <a:endParaRPr lang="tr-TR" sz="2000" dirty="0"/>
          </a:p>
          <a:p>
            <a:pPr marL="0" indent="0" algn="ctr">
              <a:buNone/>
            </a:pPr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432211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Sunum Planı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7B870E5-A668-5C2B-13B8-7A3CD89C17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8069484"/>
              </p:ext>
            </p:extLst>
          </p:nvPr>
        </p:nvGraphicFramePr>
        <p:xfrm>
          <a:off x="246888" y="1078992"/>
          <a:ext cx="8796528" cy="5559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292294961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8899E76-0251-4FB5-837A-9048197713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8E18425-DF61-4089-9E8C-C1477B391F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D81EEAF-409B-489B-BCC2-2DA2BF4CDD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5B574F0-1E0D-4EDA-B31C-51BCB329625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542835-6B8A-4108-854B-EB80574B74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ABD6527-B93A-4C63-B385-0FC3477B32F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AFBAE31-0598-4975-A606-C93C0CBE5E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A0BF37D2-C163-4402-9230-68BFB2ACF4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64FD83-DFFA-4E25-8B1D-D6D4BDAB2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1B769A2-6ADE-4F38-AC04-DBF5C1704D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04AF89C-99B9-4B2B-980F-A33B813360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Projenin Tanımı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Problem: Fikri mülkiyet haklarının, yazar-eser ilişkilerinin ve karmaşık lisans sürelerinin dijital ortamda takibi oldukça zordur.</a:t>
            </a:r>
          </a:p>
          <a:p>
            <a:r>
              <a:rPr lang="tr-TR" dirty="0"/>
              <a:t>Çözüm: Eserleri, hak sahiplerini ve dağıtımcıları merkezi bir sistemde birleştiren, veri bütünlüğüne dayalı ilişkisel bir </a:t>
            </a:r>
            <a:r>
              <a:rPr lang="tr-TR" dirty="0" err="1"/>
              <a:t>veritabanı</a:t>
            </a:r>
            <a:r>
              <a:rPr lang="tr-TR" dirty="0"/>
              <a:t>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3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427683259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Analiz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Sistem, giriş yapan kullanıcıların yetkilerini ayırmalıdır (Admin / Kullanıcı)</a:t>
            </a:r>
          </a:p>
          <a:p>
            <a:r>
              <a:rPr lang="tr-TR" dirty="0"/>
              <a:t>Bir yazarın birden fazla eseri, bir eserin spesifik bir lisansı ve dağıtımcısı olabileceği analiz edilmiştir (</a:t>
            </a:r>
            <a:r>
              <a:rPr lang="tr-TR" dirty="0" err="1"/>
              <a:t>One-to-Many</a:t>
            </a:r>
            <a:r>
              <a:rPr lang="tr-TR" dirty="0"/>
              <a:t> ilişkiler).</a:t>
            </a:r>
          </a:p>
          <a:p>
            <a:r>
              <a:rPr lang="tr-TR" dirty="0"/>
              <a:t>Lisans bitiş tarihleri geçmişe dönük girilememeli ve süresi biten lisanslar anlık olarak tespit edilmelidir.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4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257330233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Tasarım</a:t>
            </a:r>
          </a:p>
        </p:txBody>
      </p:sp>
      <p:pic>
        <p:nvPicPr>
          <p:cNvPr id="7" name="İçerik Yer Tutucusu 6" descr="The image illustrates a database schema diagram, showing relationships among entities such as roles, users, and other tables, with primary and foreign keys, data types, and various constraints.&#10;&#10;Yapay zeka tarafından oluşturulmuş içerik yanlış olabilir.">
            <a:extLst>
              <a:ext uri="{FF2B5EF4-FFF2-40B4-BE49-F238E27FC236}">
                <a16:creationId xmlns:a16="http://schemas.microsoft.com/office/drawing/2014/main" id="{07678916-644D-6AEB-CEB2-F70E8CCF1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0" y="2179485"/>
            <a:ext cx="6591300" cy="3686480"/>
          </a:xfrm>
          <a:prstGeom prst="rect">
            <a:avLst/>
          </a:prstGeom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5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1FF110BC-6674-E360-E68C-B2DCCAC1C973}"/>
              </a:ext>
            </a:extLst>
          </p:cNvPr>
          <p:cNvSpPr txBox="1"/>
          <p:nvPr/>
        </p:nvSpPr>
        <p:spPr>
          <a:xfrm>
            <a:off x="628650" y="5134570"/>
            <a:ext cx="4580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Veri tekrarını önlemek için 3. Normal Form (3NF) kurallarına uyularak 9 adet tablo tasarlanmıştır</a:t>
            </a:r>
          </a:p>
        </p:txBody>
      </p:sp>
    </p:spTree>
    <p:extLst>
      <p:ext uri="{BB962C8B-B14F-4D97-AF65-F5344CB8AC3E}">
        <p14:creationId xmlns:p14="http://schemas.microsoft.com/office/powerpoint/2010/main" val="135098411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Yazılım Mimarisi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MS SQL Server 2025, Rol Tabanlı Erişim Kontrolü. İş mantığı, </a:t>
            </a:r>
            <a:r>
              <a:rPr lang="tr-TR" dirty="0" err="1"/>
              <a:t>Stored</a:t>
            </a:r>
            <a:r>
              <a:rPr lang="tr-TR" dirty="0"/>
              <a:t> </a:t>
            </a:r>
            <a:r>
              <a:rPr lang="tr-TR" dirty="0" err="1"/>
              <a:t>Procedure</a:t>
            </a:r>
            <a:r>
              <a:rPr lang="tr-TR" dirty="0"/>
              <a:t> ve </a:t>
            </a:r>
            <a:r>
              <a:rPr lang="tr-TR" dirty="0" err="1"/>
              <a:t>Trigger'lar</a:t>
            </a:r>
            <a:r>
              <a:rPr lang="tr-TR" dirty="0"/>
              <a:t> ile </a:t>
            </a:r>
            <a:r>
              <a:rPr lang="tr-TR" dirty="0" err="1"/>
              <a:t>veritabanı</a:t>
            </a:r>
            <a:r>
              <a:rPr lang="tr-TR" dirty="0"/>
              <a:t> katmanında çözülmüştür.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6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344888774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Donanım Mimarisi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Standart İlişkisel </a:t>
            </a:r>
            <a:r>
              <a:rPr lang="tr-TR" dirty="0" err="1"/>
              <a:t>Veritabanı</a:t>
            </a:r>
            <a:r>
              <a:rPr lang="tr-TR" dirty="0"/>
              <a:t> sunucu mimarisi. Güvenli </a:t>
            </a:r>
            <a:r>
              <a:rPr lang="tr-TR" dirty="0" err="1"/>
              <a:t>Transaction</a:t>
            </a:r>
            <a:r>
              <a:rPr lang="tr-TR" dirty="0"/>
              <a:t> (TRY...CATCH) bloklarının hızlı çalışabilmesi için SSD tabanlı depolama önerilir.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7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81720331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Uygulama</a:t>
            </a:r>
          </a:p>
        </p:txBody>
      </p:sp>
      <p:pic>
        <p:nvPicPr>
          <p:cNvPr id="7" name="İçerik Yer Tutucusu 6" descr="add&#10;&#10;Yapay zeka tarafından oluşturulmuş içerik yanlış olabilir.">
            <a:extLst>
              <a:ext uri="{FF2B5EF4-FFF2-40B4-BE49-F238E27FC236}">
                <a16:creationId xmlns:a16="http://schemas.microsoft.com/office/drawing/2014/main" id="{EB663620-5805-B8F7-354C-D5BAE38E1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80" y="2044005"/>
            <a:ext cx="4275871" cy="1529900"/>
          </a:xfrm>
          <a:prstGeom prst="rect">
            <a:avLst/>
          </a:prstGeom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6A4A242C-E519-193A-DD09-5CCF4579D12D}"/>
              </a:ext>
            </a:extLst>
          </p:cNvPr>
          <p:cNvSpPr txBox="1"/>
          <p:nvPr/>
        </p:nvSpPr>
        <p:spPr>
          <a:xfrm>
            <a:off x="5024967" y="2044005"/>
            <a:ext cx="45804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Sistemde güvenlik rolleri katı bir şekilde tanımlanmıştır.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FCCC9ADD-01A8-46AD-2EF1-2E9F379E3053}"/>
              </a:ext>
            </a:extLst>
          </p:cNvPr>
          <p:cNvSpPr txBox="1"/>
          <p:nvPr/>
        </p:nvSpPr>
        <p:spPr>
          <a:xfrm>
            <a:off x="480379" y="4182301"/>
            <a:ext cx="852815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Görselde görüldüğü üzere </a:t>
            </a:r>
            <a:r>
              <a:rPr lang="tr-TR" sz="2800" dirty="0" err="1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Uye</a:t>
            </a:r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Silme ve Eser Ekleme yetkileri sadece Rol 1'e (Admin) atanırken, Rol 2 sadece görüntüleme yapabilir.</a:t>
            </a:r>
          </a:p>
        </p:txBody>
      </p:sp>
    </p:spTree>
    <p:extLst>
      <p:ext uri="{BB962C8B-B14F-4D97-AF65-F5344CB8AC3E}">
        <p14:creationId xmlns:p14="http://schemas.microsoft.com/office/powerpoint/2010/main" val="297875586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Algoritma ve Akış Şeması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Otomasyon Algoritması (</a:t>
            </a:r>
            <a:r>
              <a:rPr lang="tr-TR" dirty="0" err="1"/>
              <a:t>trg_telifDurumOtomatize</a:t>
            </a:r>
            <a:r>
              <a:rPr lang="tr-TR" dirty="0"/>
              <a:t>): Tabloya yeni bir telif kaydı eklenir veya </a:t>
            </a:r>
            <a:r>
              <a:rPr lang="tr-TR" dirty="0" err="1"/>
              <a:t>güncellenir.Sistem</a:t>
            </a:r>
            <a:r>
              <a:rPr lang="tr-TR" dirty="0"/>
              <a:t> anlık olarak (GETDATE) ile </a:t>
            </a:r>
            <a:r>
              <a:rPr lang="tr-TR" dirty="0" err="1"/>
              <a:t>lisansBitis</a:t>
            </a:r>
            <a:r>
              <a:rPr lang="tr-TR" dirty="0"/>
              <a:t> tarihini </a:t>
            </a:r>
            <a:r>
              <a:rPr lang="tr-TR" dirty="0" err="1"/>
              <a:t>karşılaştırır.Eğer</a:t>
            </a:r>
            <a:r>
              <a:rPr lang="tr-TR" dirty="0"/>
              <a:t> bitiş tarihi bugünden küçükse, lisansın durumu anında "Süresi Dolmuş" olarak güncellenir.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154642906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Uygulamanın / Sistemin Geliştirilmesi</a:t>
            </a:r>
          </a:p>
        </p:txBody>
      </p:sp>
      <p:pic>
        <p:nvPicPr>
          <p:cNvPr id="7" name="İçerik Yer Tutucusu 6" descr="1&#10;&#10;Yapay zeka tarafından oluşturulmuş içerik yanlış olabilir.">
            <a:extLst>
              <a:ext uri="{FF2B5EF4-FFF2-40B4-BE49-F238E27FC236}">
                <a16:creationId xmlns:a16="http://schemas.microsoft.com/office/drawing/2014/main" id="{DF02BAC4-A385-6B13-7333-77EDCE632B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687" y="3748381"/>
            <a:ext cx="3292125" cy="548688"/>
          </a:xfrm>
          <a:prstGeom prst="rect">
            <a:avLst/>
          </a:prstGeom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10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13F716B2-8989-1206-BB27-1CD2F6F463F5}"/>
              </a:ext>
            </a:extLst>
          </p:cNvPr>
          <p:cNvSpPr txBox="1"/>
          <p:nvPr/>
        </p:nvSpPr>
        <p:spPr>
          <a:xfrm>
            <a:off x="742950" y="3429000"/>
            <a:ext cx="765809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DDL komutları ile tablo iskeletleri ve FOREIGN KEY köprüleri </a:t>
            </a:r>
            <a:r>
              <a:rPr lang="tr-TR" sz="2800" dirty="0" err="1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kurulmuştur.CHECK</a:t>
            </a:r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kısıtlamaları (</a:t>
            </a:r>
            <a:r>
              <a:rPr lang="tr-TR" sz="2800" dirty="0" err="1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lisansbitis</a:t>
            </a:r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&gt;= </a:t>
            </a:r>
            <a:r>
              <a:rPr lang="tr-TR" sz="2800" dirty="0" err="1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lisansbaslangic</a:t>
            </a:r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ile mantıksal hatalar </a:t>
            </a:r>
            <a:r>
              <a:rPr lang="tr-TR" sz="2800" dirty="0" err="1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engellenmiştir.Görseldeki</a:t>
            </a:r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gibi örnek yönetici (Admin) ve </a:t>
            </a:r>
            <a:r>
              <a:rPr lang="tr-TR" sz="2800" dirty="0" err="1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mock</a:t>
            </a:r>
            <a:r>
              <a:rPr lang="tr-TR" sz="28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-data girişleri yapılmıştır.</a:t>
            </a:r>
          </a:p>
        </p:txBody>
      </p:sp>
    </p:spTree>
    <p:extLst>
      <p:ext uri="{BB962C8B-B14F-4D97-AF65-F5344CB8AC3E}">
        <p14:creationId xmlns:p14="http://schemas.microsoft.com/office/powerpoint/2010/main" val="167753237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Testler</a:t>
            </a:r>
          </a:p>
        </p:txBody>
      </p:sp>
      <p:pic>
        <p:nvPicPr>
          <p:cNvPr id="13" name="İçerik Yer Tutucusu 12" descr="EULA&#10;&#10;Yapay zeka tarafından oluşturulmuş içerik yanlış olabilir.">
            <a:extLst>
              <a:ext uri="{FF2B5EF4-FFF2-40B4-BE49-F238E27FC236}">
                <a16:creationId xmlns:a16="http://schemas.microsoft.com/office/drawing/2014/main" id="{BDCA1FB7-FF41-B4C6-408E-4CE1F7162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56" y="1794700"/>
            <a:ext cx="2171888" cy="4176122"/>
          </a:xfrm>
          <a:prstGeom prst="rect">
            <a:avLst/>
          </a:prstGeom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11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pic>
        <p:nvPicPr>
          <p:cNvPr id="15" name="Resim 14" descr="V for Vendetta&#10;&#10;Yapay zeka tarafından oluşturulmuş içerik yanlış olabilir.">
            <a:extLst>
              <a:ext uri="{FF2B5EF4-FFF2-40B4-BE49-F238E27FC236}">
                <a16:creationId xmlns:a16="http://schemas.microsoft.com/office/drawing/2014/main" id="{1AAB6125-1EB9-D9B9-C3C5-2D2324429E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3717" y="1794700"/>
            <a:ext cx="5807016" cy="472481"/>
          </a:xfrm>
          <a:prstGeom prst="rect">
            <a:avLst/>
          </a:prstGeom>
        </p:spPr>
      </p:pic>
      <p:sp>
        <p:nvSpPr>
          <p:cNvPr id="17" name="Metin kutusu 16">
            <a:extLst>
              <a:ext uri="{FF2B5EF4-FFF2-40B4-BE49-F238E27FC236}">
                <a16:creationId xmlns:a16="http://schemas.microsoft.com/office/drawing/2014/main" id="{11C222AA-8E15-FE9E-37C5-FE5FD6F24C94}"/>
              </a:ext>
            </a:extLst>
          </p:cNvPr>
          <p:cNvSpPr txBox="1"/>
          <p:nvPr/>
        </p:nvSpPr>
        <p:spPr>
          <a:xfrm>
            <a:off x="3023717" y="2390217"/>
            <a:ext cx="593401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24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Bütünlük Testi: </a:t>
            </a:r>
          </a:p>
          <a:p>
            <a:r>
              <a:rPr lang="tr-TR" sz="24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Hatalı tarih girişleri SQL Server tarafından başarıyla reddedilmiştir.</a:t>
            </a:r>
          </a:p>
          <a:p>
            <a:endParaRPr lang="tr-TR" sz="2400" dirty="0">
              <a:solidFill>
                <a:srgbClr val="00339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24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İlişkisel Test: </a:t>
            </a:r>
          </a:p>
          <a:p>
            <a:r>
              <a:rPr lang="tr-TR" sz="2400" dirty="0">
                <a:solidFill>
                  <a:srgbClr val="0033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Karmaşık JOIN sorguları kullanılarak eserler, yazarlar ve lisans türleri kayıpsız bir şekilde eşleştirilip listelenmiştir.</a:t>
            </a:r>
          </a:p>
        </p:txBody>
      </p:sp>
    </p:spTree>
    <p:extLst>
      <p:ext uri="{BB962C8B-B14F-4D97-AF65-F5344CB8AC3E}">
        <p14:creationId xmlns:p14="http://schemas.microsoft.com/office/powerpoint/2010/main" val="56819583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Sonuçlar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Manuel olarak takibi imkânsız olan karmaşık telif süreçleri tam otomatik, ilişkisel bir yapıya kavuşturulmuştur.</a:t>
            </a:r>
          </a:p>
          <a:p>
            <a:r>
              <a:rPr lang="tr-TR" dirty="0"/>
              <a:t>Eser türleri, lisanslar ve dağıtımcılar bağımsız tablolarda tutularak veri tekrarı sıfıra indirilmiştir.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12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11430459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Değerlendirme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Tasarlanan bu sistem sadece verileri pasif olarak saklayan bir depo değil, yazdığımız </a:t>
            </a:r>
            <a:r>
              <a:rPr lang="tr-TR" dirty="0" err="1"/>
              <a:t>Trigger</a:t>
            </a:r>
            <a:r>
              <a:rPr lang="tr-TR" dirty="0"/>
              <a:t> ve Fonksiyonlar sayesinde kendi içinde mantıksal kararlar verebilen aktif bir arka uç (</a:t>
            </a:r>
            <a:r>
              <a:rPr lang="tr-TR" dirty="0" err="1"/>
              <a:t>Backend</a:t>
            </a:r>
            <a:r>
              <a:rPr lang="tr-TR" dirty="0"/>
              <a:t>) sistemidir.</a:t>
            </a:r>
          </a:p>
          <a:p>
            <a:r>
              <a:rPr lang="tr-TR" dirty="0"/>
              <a:t>C#, Python veya Web arayüzleri (UI) ile API üzerinden haberleşmeye tam hazırdır (biz C# kullandık).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13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1762739915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Kaynakça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dirty="0"/>
              <a:t>Microsoft SQL Server Belgeleri – docs.microsoft.com</a:t>
            </a:r>
          </a:p>
          <a:p>
            <a:r>
              <a:rPr lang="tr-TR" sz="2400" dirty="0"/>
              <a:t>Mermaid.js – mermaid.js.org (ER diyagramı)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14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</p:spTree>
    <p:extLst>
      <p:ext uri="{BB962C8B-B14F-4D97-AF65-F5344CB8AC3E}">
        <p14:creationId xmlns:p14="http://schemas.microsoft.com/office/powerpoint/2010/main" val="48780077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15</a:t>
            </a:fld>
            <a:endParaRPr lang="tr-TR"/>
          </a:p>
        </p:txBody>
      </p:sp>
      <p:sp>
        <p:nvSpPr>
          <p:cNvPr id="27" name="Rounded Rectangle 2">
            <a:extLst>
              <a:ext uri="{FF2B5EF4-FFF2-40B4-BE49-F238E27FC236}">
                <a16:creationId xmlns:a16="http://schemas.microsoft.com/office/drawing/2014/main" id="{95FC6572-5A65-AAFD-699A-5840C0CE1301}"/>
              </a:ext>
            </a:extLst>
          </p:cNvPr>
          <p:cNvSpPr/>
          <p:nvPr/>
        </p:nvSpPr>
        <p:spPr>
          <a:xfrm>
            <a:off x="2286000" y="1691640"/>
            <a:ext cx="4572000" cy="3474720"/>
          </a:xfrm>
          <a:prstGeom prst="roundRect">
            <a:avLst/>
          </a:prstGeom>
          <a:solidFill>
            <a:srgbClr val="DCEB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6C17BA-6556-8AF6-C46B-E150437EDF60}"/>
              </a:ext>
            </a:extLst>
          </p:cNvPr>
          <p:cNvSpPr txBox="1"/>
          <p:nvPr/>
        </p:nvSpPr>
        <p:spPr>
          <a:xfrm>
            <a:off x="457200" y="1167384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800" b="1"/>
              <a:t>UI Tasarımı – Login Ekranı</a:t>
            </a:r>
          </a:p>
        </p:txBody>
      </p:sp>
      <p:sp>
        <p:nvSpPr>
          <p:cNvPr id="21" name="TextBox 3">
            <a:extLst>
              <a:ext uri="{FF2B5EF4-FFF2-40B4-BE49-F238E27FC236}">
                <a16:creationId xmlns:a16="http://schemas.microsoft.com/office/drawing/2014/main" id="{93C49C05-FC7A-4E35-12E7-083468B6AD2A}"/>
              </a:ext>
            </a:extLst>
          </p:cNvPr>
          <p:cNvSpPr txBox="1"/>
          <p:nvPr/>
        </p:nvSpPr>
        <p:spPr>
          <a:xfrm>
            <a:off x="3566160" y="214884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/>
            </a:pPr>
            <a:r>
              <a:t>Telif Hakları Sistemi</a:t>
            </a: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63332390-3F6E-A35A-ECE3-A853C41E492E}"/>
              </a:ext>
            </a:extLst>
          </p:cNvPr>
          <p:cNvSpPr txBox="1"/>
          <p:nvPr/>
        </p:nvSpPr>
        <p:spPr>
          <a:xfrm>
            <a:off x="3017520" y="278892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/>
            </a:pPr>
            <a:r>
              <a:t>Kullanıcı Adı: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85443C-7BE4-2F05-28F9-E4964209EA0F}"/>
              </a:ext>
            </a:extLst>
          </p:cNvPr>
          <p:cNvSpPr/>
          <p:nvPr/>
        </p:nvSpPr>
        <p:spPr>
          <a:xfrm>
            <a:off x="4297680" y="2743200"/>
            <a:ext cx="18288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256E910A-A029-E69B-D464-67458AF1BB6C}"/>
              </a:ext>
            </a:extLst>
          </p:cNvPr>
          <p:cNvSpPr txBox="1"/>
          <p:nvPr/>
        </p:nvSpPr>
        <p:spPr>
          <a:xfrm>
            <a:off x="3017520" y="34290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/>
            </a:pPr>
            <a:r>
              <a:t>Şifre: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2A2C79-7686-2998-D56B-C8E4AE2EFC2B}"/>
              </a:ext>
            </a:extLst>
          </p:cNvPr>
          <p:cNvSpPr/>
          <p:nvPr/>
        </p:nvSpPr>
        <p:spPr>
          <a:xfrm>
            <a:off x="4297680" y="3383280"/>
            <a:ext cx="18288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6" name="Rounded Rectangle 8">
            <a:extLst>
              <a:ext uri="{FF2B5EF4-FFF2-40B4-BE49-F238E27FC236}">
                <a16:creationId xmlns:a16="http://schemas.microsoft.com/office/drawing/2014/main" id="{ADCB0FB1-8D39-4962-108A-6951F1AC59D8}"/>
              </a:ext>
            </a:extLst>
          </p:cNvPr>
          <p:cNvSpPr/>
          <p:nvPr/>
        </p:nvSpPr>
        <p:spPr>
          <a:xfrm>
            <a:off x="4023360" y="4160520"/>
            <a:ext cx="1371600" cy="548640"/>
          </a:xfrm>
          <a:prstGeom prst="roundRect">
            <a:avLst/>
          </a:prstGeom>
          <a:solidFill>
            <a:srgbClr val="6495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Login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55DB8BD4-5103-061B-CAF6-B1D90125DF00}"/>
              </a:ext>
            </a:extLst>
          </p:cNvPr>
          <p:cNvSpPr txBox="1"/>
          <p:nvPr/>
        </p:nvSpPr>
        <p:spPr>
          <a:xfrm>
            <a:off x="137160" y="5413501"/>
            <a:ext cx="695446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/>
            </a:pPr>
            <a:r>
              <a:rPr dirty="0"/>
              <a:t>Bu </a:t>
            </a:r>
            <a:r>
              <a:rPr dirty="0" err="1"/>
              <a:t>ekran</a:t>
            </a:r>
            <a:r>
              <a:rPr dirty="0"/>
              <a:t> </a:t>
            </a:r>
            <a:r>
              <a:rPr dirty="0" err="1"/>
              <a:t>kullanıcı</a:t>
            </a:r>
            <a:r>
              <a:rPr dirty="0"/>
              <a:t> </a:t>
            </a:r>
            <a:r>
              <a:rPr dirty="0" err="1"/>
              <a:t>giriş</a:t>
            </a:r>
            <a:r>
              <a:rPr dirty="0"/>
              <a:t> </a:t>
            </a:r>
            <a:r>
              <a:rPr dirty="0" err="1"/>
              <a:t>işlemleri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geliştirilmiştir</a:t>
            </a:r>
            <a:r>
              <a:rPr dirty="0"/>
              <a:t>. C# Windows Forms </a:t>
            </a:r>
            <a:r>
              <a:rPr dirty="0" err="1"/>
              <a:t>kullanılarak</a:t>
            </a:r>
            <a:endParaRPr lang="en-US" dirty="0"/>
          </a:p>
          <a:p>
            <a:pPr>
              <a:defRPr sz="1600"/>
            </a:pPr>
            <a:r>
              <a:rPr dirty="0" err="1"/>
              <a:t>oluşturulmuş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SQL Server </a:t>
            </a:r>
            <a:r>
              <a:rPr dirty="0" err="1"/>
              <a:t>veritabanına</a:t>
            </a:r>
            <a:r>
              <a:rPr dirty="0"/>
              <a:t> </a:t>
            </a:r>
            <a:r>
              <a:rPr dirty="0" err="1"/>
              <a:t>bağlanmaktadır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0870077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16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DCD7C-329D-B8F8-F71B-DA08E6DB46A3}"/>
              </a:ext>
            </a:extLst>
          </p:cNvPr>
          <p:cNvSpPr txBox="1"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800" b="1"/>
              <a:t>UI Tasarımı – Ana Panel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2DE1D97-D99D-EB7D-F8C8-6E1EA5D8B7B7}"/>
              </a:ext>
            </a:extLst>
          </p:cNvPr>
          <p:cNvSpPr/>
          <p:nvPr/>
        </p:nvSpPr>
        <p:spPr>
          <a:xfrm>
            <a:off x="731520" y="1325880"/>
            <a:ext cx="7498079" cy="3840480"/>
          </a:xfrm>
          <a:prstGeom prst="roundRect">
            <a:avLst/>
          </a:prstGeom>
          <a:solidFill>
            <a:srgbClr val="D2E1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C0F3B8-8BFA-CC54-BA3A-24BE44EE6572}"/>
              </a:ext>
            </a:extLst>
          </p:cNvPr>
          <p:cNvSpPr/>
          <p:nvPr/>
        </p:nvSpPr>
        <p:spPr>
          <a:xfrm>
            <a:off x="1005840" y="1691640"/>
            <a:ext cx="6766560" cy="2011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DataGridView</a:t>
            </a:r>
          </a:p>
          <a:p>
            <a:r>
              <a:rPr lang="en-US"/>
              <a:t>(kullanicilar / eserler tablosu)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E7FB550B-6BE7-39E5-0897-5F95B123A37E}"/>
              </a:ext>
            </a:extLst>
          </p:cNvPr>
          <p:cNvSpPr/>
          <p:nvPr/>
        </p:nvSpPr>
        <p:spPr>
          <a:xfrm>
            <a:off x="1371600" y="4069079"/>
            <a:ext cx="1828800" cy="6400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solidFill>
                  <a:sysClr val="windowText" lastClr="000000"/>
                </a:solidFill>
              </a:rPr>
              <a:t>List of Users</a:t>
            </a: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2AF6F26D-7ACE-7DE9-383A-A305DA0A16D4}"/>
              </a:ext>
            </a:extLst>
          </p:cNvPr>
          <p:cNvSpPr/>
          <p:nvPr/>
        </p:nvSpPr>
        <p:spPr>
          <a:xfrm>
            <a:off x="5029200" y="4069079"/>
            <a:ext cx="1828800" cy="640080"/>
          </a:xfrm>
          <a:prstGeom prst="round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dirty="0">
                <a:solidFill>
                  <a:sysClr val="windowText" lastClr="000000"/>
                </a:solidFill>
              </a:rPr>
              <a:t>Admins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CA635AC9-E234-B5B6-5886-1321F65A652C}"/>
              </a:ext>
            </a:extLst>
          </p:cNvPr>
          <p:cNvSpPr txBox="1"/>
          <p:nvPr/>
        </p:nvSpPr>
        <p:spPr>
          <a:xfrm>
            <a:off x="640080" y="5349240"/>
            <a:ext cx="738760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/>
            </a:pPr>
            <a:r>
              <a:rPr dirty="0"/>
              <a:t>Ana panel </a:t>
            </a:r>
            <a:r>
              <a:rPr dirty="0" err="1"/>
              <a:t>üzerinden</a:t>
            </a:r>
            <a:r>
              <a:rPr dirty="0"/>
              <a:t> </a:t>
            </a:r>
            <a:r>
              <a:rPr dirty="0" err="1"/>
              <a:t>kullanıcılar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eserler</a:t>
            </a:r>
            <a:r>
              <a:rPr dirty="0"/>
              <a:t> </a:t>
            </a:r>
            <a:r>
              <a:rPr dirty="0" err="1"/>
              <a:t>tabloları</a:t>
            </a:r>
            <a:r>
              <a:rPr dirty="0"/>
              <a:t> </a:t>
            </a:r>
            <a:r>
              <a:rPr dirty="0" err="1"/>
              <a:t>görüntülenebilmektedir</a:t>
            </a:r>
            <a:r>
              <a:rPr dirty="0"/>
              <a:t>. </a:t>
            </a:r>
            <a:endParaRPr lang="en-US" dirty="0"/>
          </a:p>
          <a:p>
            <a:pPr>
              <a:defRPr sz="1600"/>
            </a:pPr>
            <a:r>
              <a:rPr dirty="0" err="1"/>
              <a:t>DataGridView</a:t>
            </a:r>
            <a:r>
              <a:rPr dirty="0"/>
              <a:t> </a:t>
            </a:r>
            <a:r>
              <a:rPr dirty="0" err="1"/>
              <a:t>bileşeni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SQL </a:t>
            </a:r>
            <a:r>
              <a:rPr dirty="0" err="1"/>
              <a:t>sorgularından</a:t>
            </a:r>
            <a:r>
              <a:rPr dirty="0"/>
              <a:t> </a:t>
            </a:r>
            <a:r>
              <a:rPr dirty="0" err="1"/>
              <a:t>gelen</a:t>
            </a:r>
            <a:r>
              <a:rPr dirty="0"/>
              <a:t> </a:t>
            </a:r>
            <a:r>
              <a:rPr dirty="0" err="1"/>
              <a:t>veriler</a:t>
            </a:r>
            <a:r>
              <a:rPr dirty="0"/>
              <a:t> </a:t>
            </a:r>
            <a:r>
              <a:rPr dirty="0" err="1"/>
              <a:t>dinamik</a:t>
            </a:r>
            <a:r>
              <a:rPr dirty="0"/>
              <a:t> </a:t>
            </a:r>
            <a:r>
              <a:rPr dirty="0" err="1"/>
              <a:t>şekilde</a:t>
            </a:r>
            <a:r>
              <a:rPr dirty="0"/>
              <a:t> </a:t>
            </a:r>
            <a:r>
              <a:rPr dirty="0" err="1"/>
              <a:t>listelenmiştir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081014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17</a:t>
            </a:fld>
            <a:endParaRPr lang="tr-TR" dirty="0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5F5345-401C-7C03-BD6D-6A6E590A69E4}"/>
              </a:ext>
            </a:extLst>
          </p:cNvPr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800" b="1"/>
              <a:t>UI ve Veritabanı Bağlantısı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56EC26F-3260-F762-201E-6C753A9184CE}"/>
              </a:ext>
            </a:extLst>
          </p:cNvPr>
          <p:cNvSpPr/>
          <p:nvPr/>
        </p:nvSpPr>
        <p:spPr>
          <a:xfrm>
            <a:off x="640080" y="2926080"/>
            <a:ext cx="1828800" cy="91440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FormLogin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6D2C606C-9AFA-24B1-CC54-72EEA34500FC}"/>
              </a:ext>
            </a:extLst>
          </p:cNvPr>
          <p:cNvSpPr/>
          <p:nvPr/>
        </p:nvSpPr>
        <p:spPr>
          <a:xfrm>
            <a:off x="2926080" y="2926080"/>
            <a:ext cx="1828800" cy="91440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DatabaseHelper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C00D9B92-CCEB-DA20-1A81-002D6828F4B6}"/>
              </a:ext>
            </a:extLst>
          </p:cNvPr>
          <p:cNvSpPr/>
          <p:nvPr/>
        </p:nvSpPr>
        <p:spPr>
          <a:xfrm>
            <a:off x="5212080" y="2926080"/>
            <a:ext cx="1828800" cy="914400"/>
          </a:xfrm>
          <a:prstGeom prst="roundRect">
            <a:avLst/>
          </a:prstGeom>
          <a:solidFill>
            <a:srgbClr val="B4D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SQL Server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2B2EF145-A9D8-8B6F-58CF-4A67EE7CC4EA}"/>
              </a:ext>
            </a:extLst>
          </p:cNvPr>
          <p:cNvSpPr txBox="1"/>
          <p:nvPr/>
        </p:nvSpPr>
        <p:spPr>
          <a:xfrm>
            <a:off x="2468880" y="3154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→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F060D1B9-365D-7D62-C099-28E1A3665649}"/>
              </a:ext>
            </a:extLst>
          </p:cNvPr>
          <p:cNvSpPr txBox="1"/>
          <p:nvPr/>
        </p:nvSpPr>
        <p:spPr>
          <a:xfrm>
            <a:off x="4754880" y="31546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→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4F0E91AA-2CC2-CB24-FA70-5B61EE491D49}"/>
              </a:ext>
            </a:extLst>
          </p:cNvPr>
          <p:cNvSpPr txBox="1"/>
          <p:nvPr/>
        </p:nvSpPr>
        <p:spPr>
          <a:xfrm>
            <a:off x="914400" y="4663440"/>
            <a:ext cx="671857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600"/>
            </a:pPr>
            <a:r>
              <a:rPr dirty="0" err="1"/>
              <a:t>Uygulama</a:t>
            </a:r>
            <a:r>
              <a:rPr dirty="0"/>
              <a:t> C# Windows Forms </a:t>
            </a:r>
            <a:r>
              <a:rPr dirty="0" err="1"/>
              <a:t>mimarisi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geliştirilmiştir</a:t>
            </a:r>
            <a:r>
              <a:rPr dirty="0"/>
              <a:t>. </a:t>
            </a:r>
            <a:endParaRPr lang="en-US" dirty="0"/>
          </a:p>
          <a:p>
            <a:pPr>
              <a:defRPr sz="1600"/>
            </a:pPr>
            <a:r>
              <a:rPr dirty="0" err="1"/>
              <a:t>DatabaseHelper</a:t>
            </a:r>
            <a:r>
              <a:rPr dirty="0"/>
              <a:t> </a:t>
            </a:r>
            <a:r>
              <a:rPr dirty="0" err="1"/>
              <a:t>sınıfı</a:t>
            </a:r>
            <a:r>
              <a:rPr dirty="0"/>
              <a:t> </a:t>
            </a:r>
            <a:r>
              <a:rPr dirty="0" err="1"/>
              <a:t>üzerinden</a:t>
            </a:r>
            <a:r>
              <a:rPr dirty="0"/>
              <a:t> SQL Server </a:t>
            </a:r>
            <a:r>
              <a:rPr dirty="0" err="1"/>
              <a:t>bağlantısı</a:t>
            </a:r>
            <a:r>
              <a:rPr dirty="0"/>
              <a:t> </a:t>
            </a:r>
            <a:r>
              <a:rPr dirty="0" err="1"/>
              <a:t>sağlanmakta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kullanıcı</a:t>
            </a:r>
            <a:r>
              <a:rPr dirty="0"/>
              <a:t> </a:t>
            </a:r>
            <a:endParaRPr lang="en-US" dirty="0"/>
          </a:p>
          <a:p>
            <a:pPr>
              <a:defRPr sz="1600"/>
            </a:pPr>
            <a:r>
              <a:rPr dirty="0" err="1"/>
              <a:t>doğrulama</a:t>
            </a:r>
            <a:r>
              <a:rPr dirty="0"/>
              <a:t> </a:t>
            </a:r>
            <a:r>
              <a:rPr dirty="0" err="1"/>
              <a:t>işlemleri</a:t>
            </a:r>
            <a:r>
              <a:rPr dirty="0"/>
              <a:t> </a:t>
            </a:r>
            <a:r>
              <a:rPr dirty="0" err="1"/>
              <a:t>güvenli</a:t>
            </a:r>
            <a:r>
              <a:rPr dirty="0"/>
              <a:t> SQL </a:t>
            </a:r>
            <a:r>
              <a:rPr dirty="0" err="1"/>
              <a:t>sorguları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gerçekleştirilmektedir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675482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18</a:t>
            </a:fld>
            <a:endParaRPr lang="tr-TR" dirty="0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7" name="Rounded Rectangle 2">
            <a:extLst>
              <a:ext uri="{FF2B5EF4-FFF2-40B4-BE49-F238E27FC236}">
                <a16:creationId xmlns:a16="http://schemas.microsoft.com/office/drawing/2014/main" id="{CA2ECAE1-DF6F-C1CD-0CF2-5CE225FA1E1E}"/>
              </a:ext>
            </a:extLst>
          </p:cNvPr>
          <p:cNvSpPr/>
          <p:nvPr/>
        </p:nvSpPr>
        <p:spPr>
          <a:xfrm>
            <a:off x="1371600" y="2514600"/>
            <a:ext cx="6400800" cy="1828800"/>
          </a:xfrm>
          <a:prstGeom prst="roundRect">
            <a:avLst/>
          </a:prstGeom>
          <a:solidFill>
            <a:srgbClr val="23232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FFFFFF"/>
                </a:solidFill>
              </a:rPr>
              <a:t>GitHub Repository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•https://github.com/</a:t>
            </a:r>
            <a:r>
              <a:rPr lang="en-US" sz="1800" dirty="0" err="1">
                <a:solidFill>
                  <a:srgbClr val="FFFFFF"/>
                </a:solidFill>
              </a:rPr>
              <a:t>ArdasherArkin</a:t>
            </a:r>
            <a:r>
              <a:rPr lang="en-US" sz="1800" dirty="0">
                <a:solidFill>
                  <a:srgbClr val="FFFFFF"/>
                </a:solidFill>
              </a:rPr>
              <a:t>/</a:t>
            </a:r>
            <a:r>
              <a:rPr lang="en-US" sz="1800" dirty="0" err="1">
                <a:solidFill>
                  <a:srgbClr val="FFFFFF"/>
                </a:solidFill>
              </a:rPr>
              <a:t>Deu_Telif_haklari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•</a:t>
            </a:r>
            <a:r>
              <a:rPr lang="en-US" dirty="0"/>
              <a:t>https://github.com/ArdasherArkin/Deu_Telif_haklari</a:t>
            </a:r>
            <a:endParaRPr lang="en-US" sz="1800" dirty="0">
              <a:solidFill>
                <a:srgbClr val="FFFFFF"/>
              </a:solidFill>
            </a:endParaRPr>
          </a:p>
          <a:p>
            <a:r>
              <a:rPr lang="en-US" sz="1800" dirty="0">
                <a:solidFill>
                  <a:srgbClr val="FFFFFF"/>
                </a:solidFill>
              </a:rPr>
              <a:t>•</a:t>
            </a:r>
          </a:p>
        </p:txBody>
      </p:sp>
    </p:spTree>
    <p:extLst>
      <p:ext uri="{BB962C8B-B14F-4D97-AF65-F5344CB8AC3E}">
        <p14:creationId xmlns:p14="http://schemas.microsoft.com/office/powerpoint/2010/main" val="65199279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6B2120-F0D9-4779-B948-E58D36D05E87}" type="slidenum">
              <a:rPr lang="tr-TR" smtClean="0"/>
              <a:pPr/>
              <a:t>19</a:t>
            </a:fld>
            <a:endParaRPr lang="tr-TR"/>
          </a:p>
        </p:txBody>
      </p:sp>
      <p:sp>
        <p:nvSpPr>
          <p:cNvPr id="5" name="Metin kutusu 4"/>
          <p:cNvSpPr txBox="1"/>
          <p:nvPr/>
        </p:nvSpPr>
        <p:spPr>
          <a:xfrm>
            <a:off x="1828800" y="141019"/>
            <a:ext cx="54864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Telif Hakları Yönetim Sistemi</a:t>
            </a:r>
          </a:p>
        </p:txBody>
      </p:sp>
      <p:sp>
        <p:nvSpPr>
          <p:cNvPr id="7" name="Unvan 1"/>
          <p:cNvSpPr txBox="1">
            <a:spLocks/>
          </p:cNvSpPr>
          <p:nvPr/>
        </p:nvSpPr>
        <p:spPr>
          <a:xfrm>
            <a:off x="685800" y="2386066"/>
            <a:ext cx="77724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rgbClr val="00339A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tr-TR" sz="4000" dirty="0"/>
              <a:t>Teşekkür Ederiz</a:t>
            </a:r>
          </a:p>
          <a:p>
            <a:pPr algn="ctr"/>
            <a:endParaRPr lang="tr-TR" sz="4000" dirty="0"/>
          </a:p>
          <a:p>
            <a:pPr algn="ctr"/>
            <a:r>
              <a:rPr lang="tr-TR" sz="4000" dirty="0"/>
              <a:t>Sorularınız ?</a:t>
            </a:r>
          </a:p>
        </p:txBody>
      </p:sp>
    </p:spTree>
    <p:extLst>
      <p:ext uri="{BB962C8B-B14F-4D97-AF65-F5344CB8AC3E}">
        <p14:creationId xmlns:p14="http://schemas.microsoft.com/office/powerpoint/2010/main" val="201631597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237</TotalTime>
  <Words>689</Words>
  <Application>Microsoft Office PowerPoint</Application>
  <PresentationFormat>On-screen Show (4:3)</PresentationFormat>
  <Paragraphs>118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Century Gothic</vt:lpstr>
      <vt:lpstr>Wingdings 3</vt:lpstr>
      <vt:lpstr>Wisp</vt:lpstr>
      <vt:lpstr>PowerPoint Presentation</vt:lpstr>
      <vt:lpstr>Sunum Planı</vt:lpstr>
      <vt:lpstr>Projenin Tanımı</vt:lpstr>
      <vt:lpstr>Analiz</vt:lpstr>
      <vt:lpstr>Tasarım</vt:lpstr>
      <vt:lpstr>Yazılım Mimarisi</vt:lpstr>
      <vt:lpstr>Donanım Mimarisi</vt:lpstr>
      <vt:lpstr>Uygulama</vt:lpstr>
      <vt:lpstr>Algoritma ve Akış Şeması</vt:lpstr>
      <vt:lpstr>Uygulamanın / Sistemin Geliştirilmesi</vt:lpstr>
      <vt:lpstr>Testler</vt:lpstr>
      <vt:lpstr>Sonuçlar</vt:lpstr>
      <vt:lpstr>Değerlendirme</vt:lpstr>
      <vt:lpstr>Kaynakça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USER</dc:creator>
  <cp:lastModifiedBy>Me From now on official</cp:lastModifiedBy>
  <cp:revision>27</cp:revision>
  <dcterms:created xsi:type="dcterms:W3CDTF">2016-08-05T08:35:05Z</dcterms:created>
  <dcterms:modified xsi:type="dcterms:W3CDTF">2026-05-09T19:00:04Z</dcterms:modified>
</cp:coreProperties>
</file>